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1" r:id="rId4"/>
    <p:sldId id="265" r:id="rId5"/>
    <p:sldId id="258" r:id="rId6"/>
    <p:sldId id="267" r:id="rId7"/>
    <p:sldId id="266" r:id="rId8"/>
    <p:sldId id="269" r:id="rId9"/>
    <p:sldId id="259" r:id="rId10"/>
    <p:sldId id="260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FBB2EA-0D5F-4667-8018-503C895622E0}" v="43" dt="2026-08-03T19:28:43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Rice" userId="3683ef9a7fea3ced" providerId="Windows Live" clId="Web-{B3C89B18-9285-45FB-AF00-35907BE73678}"/>
    <pc:docChg chg="modSld">
      <pc:chgData name="Charles Rice" userId="3683ef9a7fea3ced" providerId="Windows Live" clId="Web-{B3C89B18-9285-45FB-AF00-35907BE73678}" dt="2026-07-29T23:24:30.563" v="18" actId="20577"/>
      <pc:docMkLst>
        <pc:docMk/>
      </pc:docMkLst>
      <pc:sldChg chg="modSp">
        <pc:chgData name="Charles Rice" userId="3683ef9a7fea3ced" providerId="Windows Live" clId="Web-{B3C89B18-9285-45FB-AF00-35907BE73678}" dt="2026-07-29T23:24:30.563" v="18" actId="20577"/>
        <pc:sldMkLst>
          <pc:docMk/>
          <pc:sldMk cId="473547069" sldId="259"/>
        </pc:sldMkLst>
        <pc:spChg chg="mod">
          <ac:chgData name="Charles Rice" userId="3683ef9a7fea3ced" providerId="Windows Live" clId="Web-{B3C89B18-9285-45FB-AF00-35907BE73678}" dt="2026-07-29T23:24:30.563" v="18" actId="20577"/>
          <ac:spMkLst>
            <pc:docMk/>
            <pc:sldMk cId="473547069" sldId="259"/>
            <ac:spMk id="3" creationId="{6302D277-AE1C-0016-BE7A-EA34DFAC0513}"/>
          </ac:spMkLst>
        </pc:spChg>
      </pc:sldChg>
      <pc:sldChg chg="modSp">
        <pc:chgData name="Charles Rice" userId="3683ef9a7fea3ced" providerId="Windows Live" clId="Web-{B3C89B18-9285-45FB-AF00-35907BE73678}" dt="2026-07-29T23:22:17.829" v="3" actId="20577"/>
        <pc:sldMkLst>
          <pc:docMk/>
          <pc:sldMk cId="2667332591" sldId="261"/>
        </pc:sldMkLst>
        <pc:spChg chg="mod">
          <ac:chgData name="Charles Rice" userId="3683ef9a7fea3ced" providerId="Windows Live" clId="Web-{B3C89B18-9285-45FB-AF00-35907BE73678}" dt="2026-07-29T23:22:17.829" v="3" actId="20577"/>
          <ac:spMkLst>
            <pc:docMk/>
            <pc:sldMk cId="2667332591" sldId="261"/>
            <ac:spMk id="2" creationId="{794BA16D-13E7-45D3-A066-B53979563E0E}"/>
          </ac:spMkLst>
        </pc:spChg>
      </pc:sldChg>
      <pc:sldChg chg="modSp">
        <pc:chgData name="Charles Rice" userId="3683ef9a7fea3ced" providerId="Windows Live" clId="Web-{B3C89B18-9285-45FB-AF00-35907BE73678}" dt="2026-07-29T23:23:34.829" v="15" actId="20577"/>
        <pc:sldMkLst>
          <pc:docMk/>
          <pc:sldMk cId="4065918505" sldId="265"/>
        </pc:sldMkLst>
        <pc:spChg chg="mod">
          <ac:chgData name="Charles Rice" userId="3683ef9a7fea3ced" providerId="Windows Live" clId="Web-{B3C89B18-9285-45FB-AF00-35907BE73678}" dt="2026-07-29T23:23:34.829" v="15" actId="20577"/>
          <ac:spMkLst>
            <pc:docMk/>
            <pc:sldMk cId="4065918505" sldId="265"/>
            <ac:spMk id="3" creationId="{6F42E6CA-BDCD-1A71-C96F-32493D7A5BDB}"/>
          </ac:spMkLst>
        </pc:spChg>
      </pc:sldChg>
    </pc:docChg>
  </pc:docChgLst>
  <pc:docChgLst>
    <pc:chgData name="Charles Rice" userId="3683ef9a7fea3ced" providerId="Windows Live" clId="Web-{C54A7194-63FC-49F9-AC5D-42E43D6FAE41}"/>
    <pc:docChg chg="addSld delSld modSld">
      <pc:chgData name="Charles Rice" userId="3683ef9a7fea3ced" providerId="Windows Live" clId="Web-{C54A7194-63FC-49F9-AC5D-42E43D6FAE41}" dt="2026-07-30T21:43:50.603" v="586" actId="14100"/>
      <pc:docMkLst>
        <pc:docMk/>
      </pc:docMkLst>
      <pc:sldChg chg="addSp delSp modSp mod setBg">
        <pc:chgData name="Charles Rice" userId="3683ef9a7fea3ced" providerId="Windows Live" clId="Web-{C54A7194-63FC-49F9-AC5D-42E43D6FAE41}" dt="2026-07-30T21:42:09.883" v="583" actId="20577"/>
        <pc:sldMkLst>
          <pc:docMk/>
          <pc:sldMk cId="1454621086" sldId="256"/>
        </pc:sldMkLst>
        <pc:spChg chg="mod">
          <ac:chgData name="Charles Rice" userId="3683ef9a7fea3ced" providerId="Windows Live" clId="Web-{C54A7194-63FC-49F9-AC5D-42E43D6FAE41}" dt="2026-07-29T18:41:15.631" v="115"/>
          <ac:spMkLst>
            <pc:docMk/>
            <pc:sldMk cId="1454621086" sldId="256"/>
            <ac:spMk id="2" creationId="{162EB34C-95CA-50A6-E188-FCEBEC4D13EA}"/>
          </ac:spMkLst>
        </pc:spChg>
        <pc:spChg chg="mod">
          <ac:chgData name="Charles Rice" userId="3683ef9a7fea3ced" providerId="Windows Live" clId="Web-{C54A7194-63FC-49F9-AC5D-42E43D6FAE41}" dt="2026-07-30T21:42:09.883" v="583" actId="20577"/>
          <ac:spMkLst>
            <pc:docMk/>
            <pc:sldMk cId="1454621086" sldId="256"/>
            <ac:spMk id="3" creationId="{C76A3CC0-E4E6-AC5C-4D67-BE13E7B4FD4B}"/>
          </ac:spMkLst>
        </pc:spChg>
        <pc:spChg chg="add">
          <ac:chgData name="Charles Rice" userId="3683ef9a7fea3ced" providerId="Windows Live" clId="Web-{C54A7194-63FC-49F9-AC5D-42E43D6FAE41}" dt="2026-07-29T18:41:15.631" v="115"/>
          <ac:spMkLst>
            <pc:docMk/>
            <pc:sldMk cId="1454621086" sldId="256"/>
            <ac:spMk id="23" creationId="{577D6B2E-37A3-429E-A37C-F30ED6487282}"/>
          </ac:spMkLst>
        </pc:spChg>
        <pc:spChg chg="add">
          <ac:chgData name="Charles Rice" userId="3683ef9a7fea3ced" providerId="Windows Live" clId="Web-{C54A7194-63FC-49F9-AC5D-42E43D6FAE41}" dt="2026-07-29T18:41:15.631" v="115"/>
          <ac:spMkLst>
            <pc:docMk/>
            <pc:sldMk cId="1454621086" sldId="256"/>
            <ac:spMk id="25" creationId="{5CEAD642-85CF-4750-8432-7C80C901F001}"/>
          </ac:spMkLst>
        </pc:spChg>
        <pc:spChg chg="add">
          <ac:chgData name="Charles Rice" userId="3683ef9a7fea3ced" providerId="Windows Live" clId="Web-{C54A7194-63FC-49F9-AC5D-42E43D6FAE41}" dt="2026-07-29T18:41:15.631" v="115"/>
          <ac:spMkLst>
            <pc:docMk/>
            <pc:sldMk cId="1454621086" sldId="256"/>
            <ac:spMk id="27" creationId="{FA33EEAE-15D5-4119-8C1E-89D943F911EF}"/>
          </ac:spMkLst>
        </pc:spChg>
        <pc:spChg chg="add">
          <ac:chgData name="Charles Rice" userId="3683ef9a7fea3ced" providerId="Windows Live" clId="Web-{C54A7194-63FC-49F9-AC5D-42E43D6FAE41}" dt="2026-07-29T18:41:15.631" v="115"/>
          <ac:spMkLst>
            <pc:docMk/>
            <pc:sldMk cId="1454621086" sldId="256"/>
            <ac:spMk id="29" creationId="{730D8B3B-9B80-4025-B934-26DC7D7CD231}"/>
          </ac:spMkLst>
        </pc:spChg>
        <pc:spChg chg="add">
          <ac:chgData name="Charles Rice" userId="3683ef9a7fea3ced" providerId="Windows Live" clId="Web-{C54A7194-63FC-49F9-AC5D-42E43D6FAE41}" dt="2026-07-29T18:41:15.631" v="115"/>
          <ac:spMkLst>
            <pc:docMk/>
            <pc:sldMk cId="1454621086" sldId="256"/>
            <ac:spMk id="31" creationId="{1064D5D5-227B-4F66-9AEA-46F570E793BD}"/>
          </ac:spMkLst>
        </pc:spChg>
        <pc:spChg chg="add">
          <ac:chgData name="Charles Rice" userId="3683ef9a7fea3ced" providerId="Windows Live" clId="Web-{C54A7194-63FC-49F9-AC5D-42E43D6FAE41}" dt="2026-07-29T18:41:15.631" v="115"/>
          <ac:spMkLst>
            <pc:docMk/>
            <pc:sldMk cId="1454621086" sldId="256"/>
            <ac:spMk id="35" creationId="{B5A1B09C-1565-46F8-B70F-621C5EB48A09}"/>
          </ac:spMkLst>
        </pc:spChg>
      </pc:sldChg>
      <pc:sldChg chg="addSp delSp modSp mod setBg modClrScheme delDesignElem chgLayout">
        <pc:chgData name="Charles Rice" userId="3683ef9a7fea3ced" providerId="Windows Live" clId="Web-{C54A7194-63FC-49F9-AC5D-42E43D6FAE41}" dt="2026-07-29T19:30:11.191" v="456" actId="20577"/>
        <pc:sldMkLst>
          <pc:docMk/>
          <pc:sldMk cId="1740570181" sldId="258"/>
        </pc:sldMkLst>
        <pc:spChg chg="mod ord">
          <ac:chgData name="Charles Rice" userId="3683ef9a7fea3ced" providerId="Windows Live" clId="Web-{C54A7194-63FC-49F9-AC5D-42E43D6FAE41}" dt="2026-07-29T19:27:37.238" v="369" actId="20577"/>
          <ac:spMkLst>
            <pc:docMk/>
            <pc:sldMk cId="1740570181" sldId="258"/>
            <ac:spMk id="2" creationId="{3E102EA8-EE91-E030-0C6D-5B337F32EBB4}"/>
          </ac:spMkLst>
        </pc:spChg>
        <pc:spChg chg="mod ord">
          <ac:chgData name="Charles Rice" userId="3683ef9a7fea3ced" providerId="Windows Live" clId="Web-{C54A7194-63FC-49F9-AC5D-42E43D6FAE41}" dt="2026-07-29T19:30:11.191" v="456" actId="20577"/>
          <ac:spMkLst>
            <pc:docMk/>
            <pc:sldMk cId="1740570181" sldId="258"/>
            <ac:spMk id="3" creationId="{C81C1850-E2C4-4514-C75A-92410DDD234F}"/>
          </ac:spMkLst>
        </pc:spChg>
        <pc:spChg chg="add">
          <ac:chgData name="Charles Rice" userId="3683ef9a7fea3ced" providerId="Windows Live" clId="Web-{C54A7194-63FC-49F9-AC5D-42E43D6FAE41}" dt="2026-07-29T18:40:38.475" v="114"/>
          <ac:spMkLst>
            <pc:docMk/>
            <pc:sldMk cId="1740570181" sldId="258"/>
            <ac:spMk id="5" creationId="{1B15ED52-F352-441B-82BF-E0EA34836D08}"/>
          </ac:spMkLst>
        </pc:spChg>
        <pc:spChg chg="add">
          <ac:chgData name="Charles Rice" userId="3683ef9a7fea3ced" providerId="Windows Live" clId="Web-{C54A7194-63FC-49F9-AC5D-42E43D6FAE41}" dt="2026-07-29T18:40:38.475" v="114"/>
          <ac:spMkLst>
            <pc:docMk/>
            <pc:sldMk cId="1740570181" sldId="258"/>
            <ac:spMk id="6" creationId="{3B2E3793-BFE6-45A2-9B7B-E18844431C99}"/>
          </ac:spMkLst>
        </pc:spChg>
        <pc:spChg chg="add">
          <ac:chgData name="Charles Rice" userId="3683ef9a7fea3ced" providerId="Windows Live" clId="Web-{C54A7194-63FC-49F9-AC5D-42E43D6FAE41}" dt="2026-07-29T18:40:38.475" v="114"/>
          <ac:spMkLst>
            <pc:docMk/>
            <pc:sldMk cId="1740570181" sldId="258"/>
            <ac:spMk id="7" creationId="{BC4C4868-CB8F-4AF9-9CDB-8108F2C19B67}"/>
          </ac:spMkLst>
        </pc:spChg>
        <pc:spChg chg="add">
          <ac:chgData name="Charles Rice" userId="3683ef9a7fea3ced" providerId="Windows Live" clId="Web-{C54A7194-63FC-49F9-AC5D-42E43D6FAE41}" dt="2026-07-29T18:40:38.475" v="114"/>
          <ac:spMkLst>
            <pc:docMk/>
            <pc:sldMk cId="1740570181" sldId="258"/>
            <ac:spMk id="9" creationId="{375E0459-6403-40CD-989D-56A4407CA12E}"/>
          </ac:spMkLst>
        </pc:spChg>
        <pc:spChg chg="add">
          <ac:chgData name="Charles Rice" userId="3683ef9a7fea3ced" providerId="Windows Live" clId="Web-{C54A7194-63FC-49F9-AC5D-42E43D6FAE41}" dt="2026-07-29T18:40:38.475" v="114"/>
          <ac:spMkLst>
            <pc:docMk/>
            <pc:sldMk cId="1740570181" sldId="258"/>
            <ac:spMk id="11" creationId="{53E5B1A8-3AC9-4BD1-9BBC-78CA94F2D1BA}"/>
          </ac:spMkLst>
        </pc:spChg>
      </pc:sldChg>
      <pc:sldChg chg="addSp modSp mod setBg">
        <pc:chgData name="Charles Rice" userId="3683ef9a7fea3ced" providerId="Windows Live" clId="Web-{C54A7194-63FC-49F9-AC5D-42E43D6FAE41}" dt="2026-07-30T21:43:50.603" v="586" actId="14100"/>
        <pc:sldMkLst>
          <pc:docMk/>
          <pc:sldMk cId="473547069" sldId="259"/>
        </pc:sldMkLst>
        <pc:spChg chg="mod">
          <ac:chgData name="Charles Rice" userId="3683ef9a7fea3ced" providerId="Windows Live" clId="Web-{C54A7194-63FC-49F9-AC5D-42E43D6FAE41}" dt="2026-07-28T18:43:10.578" v="5"/>
          <ac:spMkLst>
            <pc:docMk/>
            <pc:sldMk cId="473547069" sldId="259"/>
            <ac:spMk id="2" creationId="{681BC569-B145-5220-90C8-4273A66D594F}"/>
          </ac:spMkLst>
        </pc:spChg>
        <pc:spChg chg="mod">
          <ac:chgData name="Charles Rice" userId="3683ef9a7fea3ced" providerId="Windows Live" clId="Web-{C54A7194-63FC-49F9-AC5D-42E43D6FAE41}" dt="2026-07-30T21:43:50.603" v="586" actId="14100"/>
          <ac:spMkLst>
            <pc:docMk/>
            <pc:sldMk cId="473547069" sldId="259"/>
            <ac:spMk id="3" creationId="{6302D277-AE1C-0016-BE7A-EA34DFAC0513}"/>
          </ac:spMkLst>
        </pc:spChg>
        <pc:spChg chg="add">
          <ac:chgData name="Charles Rice" userId="3683ef9a7fea3ced" providerId="Windows Live" clId="Web-{C54A7194-63FC-49F9-AC5D-42E43D6FAE41}" dt="2026-07-28T18:43:10.578" v="5"/>
          <ac:spMkLst>
            <pc:docMk/>
            <pc:sldMk cId="473547069" sldId="259"/>
            <ac:spMk id="8" creationId="{1B15ED52-F352-441B-82BF-E0EA34836D08}"/>
          </ac:spMkLst>
        </pc:spChg>
        <pc:spChg chg="add">
          <ac:chgData name="Charles Rice" userId="3683ef9a7fea3ced" providerId="Windows Live" clId="Web-{C54A7194-63FC-49F9-AC5D-42E43D6FAE41}" dt="2026-07-28T18:43:10.578" v="5"/>
          <ac:spMkLst>
            <pc:docMk/>
            <pc:sldMk cId="473547069" sldId="259"/>
            <ac:spMk id="10" creationId="{3B2E3793-BFE6-45A2-9B7B-E18844431C99}"/>
          </ac:spMkLst>
        </pc:spChg>
        <pc:spChg chg="add">
          <ac:chgData name="Charles Rice" userId="3683ef9a7fea3ced" providerId="Windows Live" clId="Web-{C54A7194-63FC-49F9-AC5D-42E43D6FAE41}" dt="2026-07-28T18:43:10.578" v="5"/>
          <ac:spMkLst>
            <pc:docMk/>
            <pc:sldMk cId="473547069" sldId="259"/>
            <ac:spMk id="12" creationId="{BC4C4868-CB8F-4AF9-9CDB-8108F2C19B67}"/>
          </ac:spMkLst>
        </pc:spChg>
        <pc:spChg chg="add">
          <ac:chgData name="Charles Rice" userId="3683ef9a7fea3ced" providerId="Windows Live" clId="Web-{C54A7194-63FC-49F9-AC5D-42E43D6FAE41}" dt="2026-07-28T18:43:10.578" v="5"/>
          <ac:spMkLst>
            <pc:docMk/>
            <pc:sldMk cId="473547069" sldId="259"/>
            <ac:spMk id="14" creationId="{375E0459-6403-40CD-989D-56A4407CA12E}"/>
          </ac:spMkLst>
        </pc:spChg>
        <pc:spChg chg="add">
          <ac:chgData name="Charles Rice" userId="3683ef9a7fea3ced" providerId="Windows Live" clId="Web-{C54A7194-63FC-49F9-AC5D-42E43D6FAE41}" dt="2026-07-28T18:43:10.578" v="5"/>
          <ac:spMkLst>
            <pc:docMk/>
            <pc:sldMk cId="473547069" sldId="259"/>
            <ac:spMk id="16" creationId="{53E5B1A8-3AC9-4BD1-9BBC-78CA94F2D1BA}"/>
          </ac:spMkLst>
        </pc:spChg>
      </pc:sldChg>
      <pc:sldChg chg="modSp">
        <pc:chgData name="Charles Rice" userId="3683ef9a7fea3ced" providerId="Windows Live" clId="Web-{C54A7194-63FC-49F9-AC5D-42E43D6FAE41}" dt="2026-07-30T00:23:32.388" v="484" actId="20577"/>
        <pc:sldMkLst>
          <pc:docMk/>
          <pc:sldMk cId="2221877816" sldId="260"/>
        </pc:sldMkLst>
        <pc:spChg chg="mod">
          <ac:chgData name="Charles Rice" userId="3683ef9a7fea3ced" providerId="Windows Live" clId="Web-{C54A7194-63FC-49F9-AC5D-42E43D6FAE41}" dt="2026-07-30T00:23:32.388" v="484" actId="20577"/>
          <ac:spMkLst>
            <pc:docMk/>
            <pc:sldMk cId="2221877816" sldId="260"/>
            <ac:spMk id="3" creationId="{BC500D11-F165-D13E-48B7-D611B0EAE3E7}"/>
          </ac:spMkLst>
        </pc:spChg>
      </pc:sldChg>
      <pc:sldChg chg="addSp delSp modSp new mod setBg">
        <pc:chgData name="Charles Rice" userId="3683ef9a7fea3ced" providerId="Windows Live" clId="Web-{C54A7194-63FC-49F9-AC5D-42E43D6FAE41}" dt="2026-07-30T00:25:24.247" v="492"/>
        <pc:sldMkLst>
          <pc:docMk/>
          <pc:sldMk cId="2667332591" sldId="261"/>
        </pc:sldMkLst>
        <pc:spChg chg="mod">
          <ac:chgData name="Charles Rice" userId="3683ef9a7fea3ced" providerId="Windows Live" clId="Web-{C54A7194-63FC-49F9-AC5D-42E43D6FAE41}" dt="2026-07-30T00:25:24.247" v="492"/>
          <ac:spMkLst>
            <pc:docMk/>
            <pc:sldMk cId="2667332591" sldId="261"/>
            <ac:spMk id="2" creationId="{794BA16D-13E7-45D3-A066-B53979563E0E}"/>
          </ac:spMkLst>
        </pc:spChg>
        <pc:spChg chg="add">
          <ac:chgData name="Charles Rice" userId="3683ef9a7fea3ced" providerId="Windows Live" clId="Web-{C54A7194-63FC-49F9-AC5D-42E43D6FAE41}" dt="2026-07-30T00:25:24.247" v="492"/>
          <ac:spMkLst>
            <pc:docMk/>
            <pc:sldMk cId="2667332591" sldId="261"/>
            <ac:spMk id="61" creationId="{C4285719-470E-454C-AF62-8323075F1F5B}"/>
          </ac:spMkLst>
        </pc:spChg>
        <pc:spChg chg="add">
          <ac:chgData name="Charles Rice" userId="3683ef9a7fea3ced" providerId="Windows Live" clId="Web-{C54A7194-63FC-49F9-AC5D-42E43D6FAE41}" dt="2026-07-30T00:25:24.247" v="492"/>
          <ac:spMkLst>
            <pc:docMk/>
            <pc:sldMk cId="2667332591" sldId="261"/>
            <ac:spMk id="62" creationId="{CD9FE4EF-C4D8-49A0-B2FF-81D8DB7D8A24}"/>
          </ac:spMkLst>
        </pc:spChg>
        <pc:spChg chg="add">
          <ac:chgData name="Charles Rice" userId="3683ef9a7fea3ced" providerId="Windows Live" clId="Web-{C54A7194-63FC-49F9-AC5D-42E43D6FAE41}" dt="2026-07-30T00:25:24.247" v="492"/>
          <ac:spMkLst>
            <pc:docMk/>
            <pc:sldMk cId="2667332591" sldId="261"/>
            <ac:spMk id="63" creationId="{4300840D-0A0B-4512-BACA-B439D5B9C57C}"/>
          </ac:spMkLst>
        </pc:spChg>
        <pc:spChg chg="add">
          <ac:chgData name="Charles Rice" userId="3683ef9a7fea3ced" providerId="Windows Live" clId="Web-{C54A7194-63FC-49F9-AC5D-42E43D6FAE41}" dt="2026-07-30T00:25:24.247" v="492"/>
          <ac:spMkLst>
            <pc:docMk/>
            <pc:sldMk cId="2667332591" sldId="261"/>
            <ac:spMk id="64" creationId="{D2B78728-A580-49A7-84F9-6EF6F583ADE0}"/>
          </ac:spMkLst>
        </pc:spChg>
        <pc:spChg chg="add">
          <ac:chgData name="Charles Rice" userId="3683ef9a7fea3ced" providerId="Windows Live" clId="Web-{C54A7194-63FC-49F9-AC5D-42E43D6FAE41}" dt="2026-07-30T00:25:24.247" v="492"/>
          <ac:spMkLst>
            <pc:docMk/>
            <pc:sldMk cId="2667332591" sldId="261"/>
            <ac:spMk id="67" creationId="{A351FEBB-FF7E-DB0F-12C0-18CA6B5F6195}"/>
          </ac:spMkLst>
        </pc:spChg>
      </pc:sldChg>
      <pc:sldChg chg="addSp modSp new mod setBg">
        <pc:chgData name="Charles Rice" userId="3683ef9a7fea3ced" providerId="Windows Live" clId="Web-{C54A7194-63FC-49F9-AC5D-42E43D6FAE41}" dt="2026-07-30T18:04:25.228" v="495" actId="20577"/>
        <pc:sldMkLst>
          <pc:docMk/>
          <pc:sldMk cId="4065918505" sldId="265"/>
        </pc:sldMkLst>
        <pc:spChg chg="mod">
          <ac:chgData name="Charles Rice" userId="3683ef9a7fea3ced" providerId="Windows Live" clId="Web-{C54A7194-63FC-49F9-AC5D-42E43D6FAE41}" dt="2026-07-29T19:14:11.348" v="278" actId="20577"/>
          <ac:spMkLst>
            <pc:docMk/>
            <pc:sldMk cId="4065918505" sldId="265"/>
            <ac:spMk id="2" creationId="{00895451-4289-33FD-5476-5691B0EB1A5F}"/>
          </ac:spMkLst>
        </pc:spChg>
        <pc:spChg chg="mod">
          <ac:chgData name="Charles Rice" userId="3683ef9a7fea3ced" providerId="Windows Live" clId="Web-{C54A7194-63FC-49F9-AC5D-42E43D6FAE41}" dt="2026-07-30T18:04:25.228" v="495" actId="20577"/>
          <ac:spMkLst>
            <pc:docMk/>
            <pc:sldMk cId="4065918505" sldId="265"/>
            <ac:spMk id="3" creationId="{6F42E6CA-BDCD-1A71-C96F-32493D7A5BDB}"/>
          </ac:spMkLst>
        </pc:spChg>
        <pc:spChg chg="add">
          <ac:chgData name="Charles Rice" userId="3683ef9a7fea3ced" providerId="Windows Live" clId="Web-{C54A7194-63FC-49F9-AC5D-42E43D6FAE41}" dt="2026-07-29T19:13:56.927" v="272"/>
          <ac:spMkLst>
            <pc:docMk/>
            <pc:sldMk cId="4065918505" sldId="265"/>
            <ac:spMk id="8" creationId="{1B15ED52-F352-441B-82BF-E0EA34836D08}"/>
          </ac:spMkLst>
        </pc:spChg>
        <pc:spChg chg="add">
          <ac:chgData name="Charles Rice" userId="3683ef9a7fea3ced" providerId="Windows Live" clId="Web-{C54A7194-63FC-49F9-AC5D-42E43D6FAE41}" dt="2026-07-29T19:13:56.927" v="272"/>
          <ac:spMkLst>
            <pc:docMk/>
            <pc:sldMk cId="4065918505" sldId="265"/>
            <ac:spMk id="10" creationId="{3B2E3793-BFE6-45A2-9B7B-E18844431C99}"/>
          </ac:spMkLst>
        </pc:spChg>
        <pc:spChg chg="add">
          <ac:chgData name="Charles Rice" userId="3683ef9a7fea3ced" providerId="Windows Live" clId="Web-{C54A7194-63FC-49F9-AC5D-42E43D6FAE41}" dt="2026-07-29T19:13:56.927" v="272"/>
          <ac:spMkLst>
            <pc:docMk/>
            <pc:sldMk cId="4065918505" sldId="265"/>
            <ac:spMk id="12" creationId="{BC4C4868-CB8F-4AF9-9CDB-8108F2C19B67}"/>
          </ac:spMkLst>
        </pc:spChg>
        <pc:spChg chg="add">
          <ac:chgData name="Charles Rice" userId="3683ef9a7fea3ced" providerId="Windows Live" clId="Web-{C54A7194-63FC-49F9-AC5D-42E43D6FAE41}" dt="2026-07-29T19:13:56.927" v="272"/>
          <ac:spMkLst>
            <pc:docMk/>
            <pc:sldMk cId="4065918505" sldId="265"/>
            <ac:spMk id="14" creationId="{375E0459-6403-40CD-989D-56A4407CA12E}"/>
          </ac:spMkLst>
        </pc:spChg>
        <pc:spChg chg="add">
          <ac:chgData name="Charles Rice" userId="3683ef9a7fea3ced" providerId="Windows Live" clId="Web-{C54A7194-63FC-49F9-AC5D-42E43D6FAE41}" dt="2026-07-29T19:13:56.927" v="272"/>
          <ac:spMkLst>
            <pc:docMk/>
            <pc:sldMk cId="4065918505" sldId="265"/>
            <ac:spMk id="16" creationId="{53E5B1A8-3AC9-4BD1-9BBC-78CA94F2D1BA}"/>
          </ac:spMkLst>
        </pc:spChg>
      </pc:sldChg>
      <pc:sldChg chg="addSp delSp modSp new">
        <pc:chgData name="Charles Rice" userId="3683ef9a7fea3ced" providerId="Windows Live" clId="Web-{C54A7194-63FC-49F9-AC5D-42E43D6FAE41}" dt="2026-07-30T21:37:48.461" v="569"/>
        <pc:sldMkLst>
          <pc:docMk/>
          <pc:sldMk cId="3020825235" sldId="266"/>
        </pc:sldMkLst>
      </pc:sldChg>
      <pc:sldChg chg="modSp add replId">
        <pc:chgData name="Charles Rice" userId="3683ef9a7fea3ced" providerId="Windows Live" clId="Web-{C54A7194-63FC-49F9-AC5D-42E43D6FAE41}" dt="2026-07-30T18:08:48.417" v="559" actId="20577"/>
        <pc:sldMkLst>
          <pc:docMk/>
          <pc:sldMk cId="2327050501" sldId="267"/>
        </pc:sldMkLst>
        <pc:spChg chg="mod">
          <ac:chgData name="Charles Rice" userId="3683ef9a7fea3ced" providerId="Windows Live" clId="Web-{C54A7194-63FC-49F9-AC5D-42E43D6FAE41}" dt="2026-07-30T18:08:48.417" v="559" actId="20577"/>
          <ac:spMkLst>
            <pc:docMk/>
            <pc:sldMk cId="2327050501" sldId="267"/>
            <ac:spMk id="3" creationId="{D9F5AE57-3AA2-5242-6305-F4065059DE5D}"/>
          </ac:spMkLst>
        </pc:spChg>
      </pc:sldChg>
    </pc:docChg>
  </pc:docChgLst>
  <pc:docChgLst>
    <pc:chgData name="Charles Rice" userId="3683ef9a7fea3ced" providerId="Windows Live" clId="Web-{189EA582-5BF8-40AF-8133-6F8D7C357FB4}"/>
    <pc:docChg chg="addSld modSld">
      <pc:chgData name="Charles Rice" userId="3683ef9a7fea3ced" providerId="Windows Live" clId="Web-{189EA582-5BF8-40AF-8133-6F8D7C357FB4}" dt="2026-07-31T18:02:35.321" v="26" actId="20577"/>
      <pc:docMkLst>
        <pc:docMk/>
      </pc:docMkLst>
      <pc:sldChg chg="modSp">
        <pc:chgData name="Charles Rice" userId="3683ef9a7fea3ced" providerId="Windows Live" clId="Web-{189EA582-5BF8-40AF-8133-6F8D7C357FB4}" dt="2026-07-31T18:02:35.321" v="26" actId="20577"/>
        <pc:sldMkLst>
          <pc:docMk/>
          <pc:sldMk cId="4065918505" sldId="265"/>
        </pc:sldMkLst>
        <pc:spChg chg="mod">
          <ac:chgData name="Charles Rice" userId="3683ef9a7fea3ced" providerId="Windows Live" clId="Web-{189EA582-5BF8-40AF-8133-6F8D7C357FB4}" dt="2026-07-31T18:02:35.321" v="26" actId="20577"/>
          <ac:spMkLst>
            <pc:docMk/>
            <pc:sldMk cId="4065918505" sldId="265"/>
            <ac:spMk id="3" creationId="{6F42E6CA-BDCD-1A71-C96F-32493D7A5BDB}"/>
          </ac:spMkLst>
        </pc:spChg>
      </pc:sldChg>
      <pc:sldChg chg="modSp">
        <pc:chgData name="Charles Rice" userId="3683ef9a7fea3ced" providerId="Windows Live" clId="Web-{189EA582-5BF8-40AF-8133-6F8D7C357FB4}" dt="2026-07-31T17:39:29.811" v="0" actId="20577"/>
        <pc:sldMkLst>
          <pc:docMk/>
          <pc:sldMk cId="2327050501" sldId="267"/>
        </pc:sldMkLst>
        <pc:spChg chg="mod">
          <ac:chgData name="Charles Rice" userId="3683ef9a7fea3ced" providerId="Windows Live" clId="Web-{189EA582-5BF8-40AF-8133-6F8D7C357FB4}" dt="2026-07-31T17:39:29.811" v="0" actId="20577"/>
          <ac:spMkLst>
            <pc:docMk/>
            <pc:sldMk cId="2327050501" sldId="267"/>
            <ac:spMk id="3" creationId="{D9F5AE57-3AA2-5242-6305-F4065059DE5D}"/>
          </ac:spMkLst>
        </pc:spChg>
      </pc:sldChg>
    </pc:docChg>
  </pc:docChgLst>
  <pc:docChgLst>
    <pc:chgData name="Charles Rice" userId="3683ef9a7fea3ced" providerId="Windows Live" clId="Web-{61C8E5E1-4F37-45AF-AF9F-06C7BDB8C903}"/>
    <pc:docChg chg="delSld modSld">
      <pc:chgData name="Charles Rice" userId="3683ef9a7fea3ced" providerId="Windows Live" clId="Web-{61C8E5E1-4F37-45AF-AF9F-06C7BDB8C903}" dt="2026-07-30T00:02:57.876" v="5" actId="20577"/>
      <pc:docMkLst>
        <pc:docMk/>
      </pc:docMkLst>
      <pc:sldChg chg="modSp">
        <pc:chgData name="Charles Rice" userId="3683ef9a7fea3ced" providerId="Windows Live" clId="Web-{61C8E5E1-4F37-45AF-AF9F-06C7BDB8C903}" dt="2026-07-30T00:01:32.548" v="3" actId="20577"/>
        <pc:sldMkLst>
          <pc:docMk/>
          <pc:sldMk cId="4065918505" sldId="265"/>
        </pc:sldMkLst>
        <pc:spChg chg="mod">
          <ac:chgData name="Charles Rice" userId="3683ef9a7fea3ced" providerId="Windows Live" clId="Web-{61C8E5E1-4F37-45AF-AF9F-06C7BDB8C903}" dt="2026-07-30T00:01:32.548" v="3" actId="20577"/>
          <ac:spMkLst>
            <pc:docMk/>
            <pc:sldMk cId="4065918505" sldId="265"/>
            <ac:spMk id="3" creationId="{6F42E6CA-BDCD-1A71-C96F-32493D7A5BDB}"/>
          </ac:spMkLst>
        </pc:spChg>
      </pc:sldChg>
      <pc:sldChg chg="modSp">
        <pc:chgData name="Charles Rice" userId="3683ef9a7fea3ced" providerId="Windows Live" clId="Web-{61C8E5E1-4F37-45AF-AF9F-06C7BDB8C903}" dt="2026-07-30T00:02:57.876" v="5" actId="20577"/>
        <pc:sldMkLst>
          <pc:docMk/>
          <pc:sldMk cId="2327050501" sldId="267"/>
        </pc:sldMkLst>
        <pc:spChg chg="mod">
          <ac:chgData name="Charles Rice" userId="3683ef9a7fea3ced" providerId="Windows Live" clId="Web-{61C8E5E1-4F37-45AF-AF9F-06C7BDB8C903}" dt="2026-07-30T00:02:57.876" v="5" actId="20577"/>
          <ac:spMkLst>
            <pc:docMk/>
            <pc:sldMk cId="2327050501" sldId="267"/>
            <ac:spMk id="3" creationId="{D9F5AE57-3AA2-5242-6305-F4065059DE5D}"/>
          </ac:spMkLst>
        </pc:spChg>
      </pc:sldChg>
    </pc:docChg>
  </pc:docChgLst>
  <pc:docChgLst>
    <pc:chgData name="Charles Rice" userId="3683ef9a7fea3ced" providerId="Windows Live" clId="Web-{275419E6-D440-45FD-9807-59ED4D0F3B57}"/>
    <pc:docChg chg="modSld">
      <pc:chgData name="Charles Rice" userId="3683ef9a7fea3ced" providerId="Windows Live" clId="Web-{275419E6-D440-45FD-9807-59ED4D0F3B57}" dt="2026-07-31T22:11:49.309" v="0"/>
      <pc:docMkLst>
        <pc:docMk/>
      </pc:docMkLst>
    </pc:docChg>
  </pc:docChgLst>
  <pc:docChgLst>
    <pc:chgData name="Charles Rice" userId="3683ef9a7fea3ced" providerId="Windows Live" clId="Web-{7D63366F-2152-40DD-B358-94BAFEE6B195}"/>
    <pc:docChg chg="modSld">
      <pc:chgData name="Charles Rice" userId="3683ef9a7fea3ced" providerId="Windows Live" clId="Web-{7D63366F-2152-40DD-B358-94BAFEE6B195}" dt="2026-07-31T17:26:58.233" v="2" actId="20577"/>
      <pc:docMkLst>
        <pc:docMk/>
      </pc:docMkLst>
      <pc:sldChg chg="modSp">
        <pc:chgData name="Charles Rice" userId="3683ef9a7fea3ced" providerId="Windows Live" clId="Web-{7D63366F-2152-40DD-B358-94BAFEE6B195}" dt="2026-07-31T17:26:58.233" v="2" actId="20577"/>
        <pc:sldMkLst>
          <pc:docMk/>
          <pc:sldMk cId="2667332591" sldId="261"/>
        </pc:sldMkLst>
        <pc:spChg chg="mod">
          <ac:chgData name="Charles Rice" userId="3683ef9a7fea3ced" providerId="Windows Live" clId="Web-{7D63366F-2152-40DD-B358-94BAFEE6B195}" dt="2026-07-31T17:26:58.233" v="2" actId="20577"/>
          <ac:spMkLst>
            <pc:docMk/>
            <pc:sldMk cId="2667332591" sldId="261"/>
            <ac:spMk id="2" creationId="{794BA16D-13E7-45D3-A066-B53979563E0E}"/>
          </ac:spMkLst>
        </pc:spChg>
      </pc:sldChg>
    </pc:docChg>
  </pc:docChgLst>
  <pc:docChgLst>
    <pc:chgData name="Charles Rice" userId="3683ef9a7fea3ced" providerId="Windows Live" clId="Web-{89CCD319-CF6D-4EC3-97D5-4088396AE38E}"/>
    <pc:docChg chg="mod addSld delSld modSld addMainMaster delMainMaster">
      <pc:chgData name="Charles Rice" userId="3683ef9a7fea3ced" providerId="Windows Live" clId="Web-{89CCD319-CF6D-4EC3-97D5-4088396AE38E}" dt="2026-08-01T17:45:47.564" v="131"/>
      <pc:docMkLst>
        <pc:docMk/>
      </pc:docMkLst>
      <pc:sldChg chg="addSp delSp modSp mod modClrScheme delDesignElem chgLayout">
        <pc:chgData name="Charles Rice" userId="3683ef9a7fea3ced" providerId="Windows Live" clId="Web-{89CCD319-CF6D-4EC3-97D5-4088396AE38E}" dt="2026-08-01T17:45:47.564" v="131"/>
        <pc:sldMkLst>
          <pc:docMk/>
          <pc:sldMk cId="1454621086" sldId="256"/>
        </pc:sldMkLst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2" creationId="{162EB34C-95CA-50A6-E188-FCEBEC4D13EA}"/>
          </ac:spMkLst>
        </pc:spChg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3" creationId="{C76A3CC0-E4E6-AC5C-4D67-BE13E7B4FD4B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23" creationId="{577D6B2E-37A3-429E-A37C-F30ED6487282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25" creationId="{5CEAD642-85CF-4750-8432-7C80C901F001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27" creationId="{FA33EEAE-15D5-4119-8C1E-89D943F911EF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29" creationId="{730D8B3B-9B80-4025-B934-26DC7D7CD231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31" creationId="{1064D5D5-227B-4F66-9AEA-46F570E793BD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33" creationId="{646B67A4-D328-4747-A82B-65E84FA46368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35" creationId="{B5A1B09C-1565-46F8-B70F-621C5EB48A09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454621086" sldId="256"/>
            <ac:spMk id="37" creationId="{8C516CC8-80AC-446C-A56E-9F54B7210402}"/>
          </ac:spMkLst>
        </pc:spChg>
      </pc:sldChg>
      <pc:sldChg chg="addSp delSp modSp mod modClrScheme delDesignElem chgLayout">
        <pc:chgData name="Charles Rice" userId="3683ef9a7fea3ced" providerId="Windows Live" clId="Web-{89CCD319-CF6D-4EC3-97D5-4088396AE38E}" dt="2026-08-01T17:45:47.564" v="131"/>
        <pc:sldMkLst>
          <pc:docMk/>
          <pc:sldMk cId="1740570181" sldId="258"/>
        </pc:sldMkLst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1740570181" sldId="258"/>
            <ac:spMk id="2" creationId="{3E102EA8-EE91-E030-0C6D-5B337F32EBB4}"/>
          </ac:spMkLst>
        </pc:spChg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1740570181" sldId="258"/>
            <ac:spMk id="3" creationId="{C81C1850-E2C4-4514-C75A-92410DDD234F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740570181" sldId="258"/>
            <ac:spMk id="5" creationId="{1B15ED52-F352-441B-82BF-E0EA34836D08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740570181" sldId="258"/>
            <ac:spMk id="6" creationId="{3B2E3793-BFE6-45A2-9B7B-E18844431C99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740570181" sldId="258"/>
            <ac:spMk id="7" creationId="{BC4C4868-CB8F-4AF9-9CDB-8108F2C19B67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740570181" sldId="258"/>
            <ac:spMk id="9" creationId="{375E0459-6403-40CD-989D-56A4407CA12E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1740570181" sldId="258"/>
            <ac:spMk id="11" creationId="{53E5B1A8-3AC9-4BD1-9BBC-78CA94F2D1BA}"/>
          </ac:spMkLst>
        </pc:spChg>
      </pc:sldChg>
      <pc:sldChg chg="addSp delSp modSp mod modClrScheme delDesignElem chgLayout">
        <pc:chgData name="Charles Rice" userId="3683ef9a7fea3ced" providerId="Windows Live" clId="Web-{89CCD319-CF6D-4EC3-97D5-4088396AE38E}" dt="2026-08-01T17:45:47.564" v="131"/>
        <pc:sldMkLst>
          <pc:docMk/>
          <pc:sldMk cId="473547069" sldId="259"/>
        </pc:sldMkLst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473547069" sldId="259"/>
            <ac:spMk id="2" creationId="{681BC569-B145-5220-90C8-4273A66D594F}"/>
          </ac:spMkLst>
        </pc:spChg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473547069" sldId="259"/>
            <ac:spMk id="3" creationId="{6302D277-AE1C-0016-BE7A-EA34DFAC0513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73547069" sldId="259"/>
            <ac:spMk id="8" creationId="{1B15ED52-F352-441B-82BF-E0EA34836D08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73547069" sldId="259"/>
            <ac:spMk id="10" creationId="{3B2E3793-BFE6-45A2-9B7B-E18844431C99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73547069" sldId="259"/>
            <ac:spMk id="12" creationId="{BC4C4868-CB8F-4AF9-9CDB-8108F2C19B67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73547069" sldId="259"/>
            <ac:spMk id="14" creationId="{375E0459-6403-40CD-989D-56A4407CA12E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73547069" sldId="259"/>
            <ac:spMk id="16" creationId="{53E5B1A8-3AC9-4BD1-9BBC-78CA94F2D1BA}"/>
          </ac:spMkLst>
        </pc:spChg>
      </pc:sldChg>
      <pc:sldChg chg="modSp mod modClrScheme chgLayout">
        <pc:chgData name="Charles Rice" userId="3683ef9a7fea3ced" providerId="Windows Live" clId="Web-{89CCD319-CF6D-4EC3-97D5-4088396AE38E}" dt="2026-08-01T17:45:47.564" v="131"/>
        <pc:sldMkLst>
          <pc:docMk/>
          <pc:sldMk cId="2221877816" sldId="260"/>
        </pc:sldMkLst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2221877816" sldId="260"/>
            <ac:spMk id="2" creationId="{EAC8CBE5-89A3-F7EF-AED8-AADCE6C3D1B8}"/>
          </ac:spMkLst>
        </pc:spChg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2221877816" sldId="260"/>
            <ac:spMk id="3" creationId="{BC500D11-F165-D13E-48B7-D611B0EAE3E7}"/>
          </ac:spMkLst>
        </pc:spChg>
      </pc:sldChg>
      <pc:sldChg chg="addSp delSp modSp mod modClrScheme delDesignElem chgLayout">
        <pc:chgData name="Charles Rice" userId="3683ef9a7fea3ced" providerId="Windows Live" clId="Web-{89CCD319-CF6D-4EC3-97D5-4088396AE38E}" dt="2026-08-01T17:45:47.564" v="131"/>
        <pc:sldMkLst>
          <pc:docMk/>
          <pc:sldMk cId="2667332591" sldId="261"/>
        </pc:sldMkLst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2" creationId="{794BA16D-13E7-45D3-A066-B53979563E0E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60" creationId="{09588DA8-065E-4F6F-8EFD-43104AB2E0CF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61" creationId="{C4285719-470E-454C-AF62-8323075F1F5B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62" creationId="{CD9FE4EF-C4D8-49A0-B2FF-81D8DB7D8A24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63" creationId="{4300840D-0A0B-4512-BACA-B439D5B9C57C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64" creationId="{D2B78728-A580-49A7-84F9-6EF6F583ADE0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65" creationId="{38FAA1A1-D861-433F-88FA-1E9D6FD31D11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66" creationId="{8D71EDA1-87BF-4D5D-AB79-F346FD19278A}"/>
          </ac:spMkLst>
        </pc:spChg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2667332591" sldId="261"/>
            <ac:spMk id="67" creationId="{A351FEBB-FF7E-DB0F-12C0-18CA6B5F6195}"/>
          </ac:spMkLst>
        </pc:spChg>
      </pc:sldChg>
      <pc:sldChg chg="addSp delSp modSp mod modClrScheme delDesignElem chgLayout">
        <pc:chgData name="Charles Rice" userId="3683ef9a7fea3ced" providerId="Windows Live" clId="Web-{89CCD319-CF6D-4EC3-97D5-4088396AE38E}" dt="2026-08-01T17:45:47.564" v="131"/>
        <pc:sldMkLst>
          <pc:docMk/>
          <pc:sldMk cId="4065918505" sldId="265"/>
        </pc:sldMkLst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4065918505" sldId="265"/>
            <ac:spMk id="2" creationId="{00895451-4289-33FD-5476-5691B0EB1A5F}"/>
          </ac:spMkLst>
        </pc:spChg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4065918505" sldId="265"/>
            <ac:spMk id="3" creationId="{6F42E6CA-BDCD-1A71-C96F-32493D7A5BDB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065918505" sldId="265"/>
            <ac:spMk id="8" creationId="{1B15ED52-F352-441B-82BF-E0EA34836D08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065918505" sldId="265"/>
            <ac:spMk id="10" creationId="{3B2E3793-BFE6-45A2-9B7B-E18844431C99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065918505" sldId="265"/>
            <ac:spMk id="12" creationId="{BC4C4868-CB8F-4AF9-9CDB-8108F2C19B67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065918505" sldId="265"/>
            <ac:spMk id="14" creationId="{375E0459-6403-40CD-989D-56A4407CA12E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4065918505" sldId="265"/>
            <ac:spMk id="16" creationId="{53E5B1A8-3AC9-4BD1-9BBC-78CA94F2D1BA}"/>
          </ac:spMkLst>
        </pc:spChg>
      </pc:sldChg>
      <pc:sldChg chg="addSp delSp modSp mod setBg modClrScheme delDesignElem chgLayout">
        <pc:chgData name="Charles Rice" userId="3683ef9a7fea3ced" providerId="Windows Live" clId="Web-{89CCD319-CF6D-4EC3-97D5-4088396AE38E}" dt="2026-08-01T17:45:47.564" v="131"/>
        <pc:sldMkLst>
          <pc:docMk/>
          <pc:sldMk cId="3020825235" sldId="266"/>
        </pc:sldMkLst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3020825235" sldId="266"/>
            <ac:spMk id="8" creationId="{E2BA2BD9-7B54-4190-8F06-3EF3658A0020}"/>
          </ac:spMkLst>
        </pc:spChg>
        <pc:picChg chg="add mod ord">
          <ac:chgData name="Charles Rice" userId="3683ef9a7fea3ced" providerId="Windows Live" clId="Web-{89CCD319-CF6D-4EC3-97D5-4088396AE38E}" dt="2026-08-01T17:45:47.564" v="131"/>
          <ac:picMkLst>
            <pc:docMk/>
            <pc:sldMk cId="3020825235" sldId="266"/>
            <ac:picMk id="3" creationId="{61599D8B-8665-0513-0319-EEF72E9BFB85}"/>
          </ac:picMkLst>
        </pc:picChg>
      </pc:sldChg>
      <pc:sldChg chg="addSp delSp modSp mod modClrScheme delDesignElem chgLayout">
        <pc:chgData name="Charles Rice" userId="3683ef9a7fea3ced" providerId="Windows Live" clId="Web-{89CCD319-CF6D-4EC3-97D5-4088396AE38E}" dt="2026-08-01T17:45:47.564" v="131"/>
        <pc:sldMkLst>
          <pc:docMk/>
          <pc:sldMk cId="2327050501" sldId="267"/>
        </pc:sldMkLst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2327050501" sldId="267"/>
            <ac:spMk id="2" creationId="{80686ED1-4F90-0EAE-D4CD-0221D3DEE31E}"/>
          </ac:spMkLst>
        </pc:spChg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2327050501" sldId="267"/>
            <ac:spMk id="3" creationId="{D9F5AE57-3AA2-5242-6305-F4065059DE5D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327050501" sldId="267"/>
            <ac:spMk id="5" creationId="{6F1CC69E-0511-E73E-986B-CD4997548D23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327050501" sldId="267"/>
            <ac:spMk id="6" creationId="{4CDB433A-C1D4-F9E2-A3B7-6AF87663C0F7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327050501" sldId="267"/>
            <ac:spMk id="7" creationId="{D1B95832-39BB-F86A-29BA-31778F4EDF65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327050501" sldId="267"/>
            <ac:spMk id="9" creationId="{D12F040C-1375-4858-7472-1F8B181A5288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327050501" sldId="267"/>
            <ac:spMk id="11" creationId="{E58D0D74-EF5E-4CD7-EBAE-1FAC3E9AE658}"/>
          </ac:spMkLst>
        </pc:spChg>
      </pc:sldChg>
      <pc:sldChg chg="addSp delSp modSp new mod setBg modClrScheme delDesignElem chgLayout">
        <pc:chgData name="Charles Rice" userId="3683ef9a7fea3ced" providerId="Windows Live" clId="Web-{89CCD319-CF6D-4EC3-97D5-4088396AE38E}" dt="2026-08-01T17:45:47.564" v="131"/>
        <pc:sldMkLst>
          <pc:docMk/>
          <pc:sldMk cId="2420722922" sldId="268"/>
        </pc:sldMkLst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2420722922" sldId="268"/>
            <ac:spMk id="2" creationId="{5A8EE6D0-FB59-8547-D2B5-3DD13FDF4E4D}"/>
          </ac:spMkLst>
        </pc:spChg>
        <pc:spChg chg="mod ord">
          <ac:chgData name="Charles Rice" userId="3683ef9a7fea3ced" providerId="Windows Live" clId="Web-{89CCD319-CF6D-4EC3-97D5-4088396AE38E}" dt="2026-08-01T17:45:47.564" v="131"/>
          <ac:spMkLst>
            <pc:docMk/>
            <pc:sldMk cId="2420722922" sldId="268"/>
            <ac:spMk id="3" creationId="{47C45377-399B-7521-56E2-3DC385CB3F4F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420722922" sldId="268"/>
            <ac:spMk id="8" creationId="{1B15ED52-F352-441B-82BF-E0EA34836D08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420722922" sldId="268"/>
            <ac:spMk id="10" creationId="{3B2E3793-BFE6-45A2-9B7B-E18844431C99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420722922" sldId="268"/>
            <ac:spMk id="12" creationId="{BC4C4868-CB8F-4AF9-9CDB-8108F2C19B67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420722922" sldId="268"/>
            <ac:spMk id="14" creationId="{375E0459-6403-40CD-989D-56A4407CA12E}"/>
          </ac:spMkLst>
        </pc:spChg>
        <pc:spChg chg="add del">
          <ac:chgData name="Charles Rice" userId="3683ef9a7fea3ced" providerId="Windows Live" clId="Web-{89CCD319-CF6D-4EC3-97D5-4088396AE38E}" dt="2026-08-01T17:45:47.564" v="131"/>
          <ac:spMkLst>
            <pc:docMk/>
            <pc:sldMk cId="2420722922" sldId="268"/>
            <ac:spMk id="16" creationId="{53E5B1A8-3AC9-4BD1-9BBC-78CA94F2D1BA}"/>
          </ac:spMkLst>
        </pc:spChg>
      </pc:sldChg>
      <pc:sldMasterChg chg="add del addSldLayout delSldLayout">
        <pc:chgData name="Charles Rice" userId="3683ef9a7fea3ced" providerId="Windows Live" clId="Web-{89CCD319-CF6D-4EC3-97D5-4088396AE38E}" dt="2026-08-01T17:45:47.564" v="131"/>
        <pc:sldMasterMkLst>
          <pc:docMk/>
          <pc:sldMasterMk cId="428088074" sldId="2147483648"/>
        </pc:sldMasterMkLst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3418633764" sldId="2147483649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3405805113" sldId="2147483650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116965191" sldId="2147483651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605176933" sldId="2147483652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3912239618" sldId="2147483653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2562573602" sldId="2147483654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2021763943" sldId="2147483655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496523518" sldId="2147483656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2697052619" sldId="2147483657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2597326059" sldId="2147483658"/>
          </pc:sldLayoutMkLst>
        </pc:sldLayoutChg>
        <pc:sldLayoutChg chg="add del">
          <pc:chgData name="Charles Rice" userId="3683ef9a7fea3ced" providerId="Windows Live" clId="Web-{89CCD319-CF6D-4EC3-97D5-4088396AE38E}" dt="2026-08-01T17:45:47.564" v="131"/>
          <pc:sldLayoutMkLst>
            <pc:docMk/>
            <pc:sldMasterMk cId="428088074" sldId="2147483648"/>
            <pc:sldLayoutMk cId="2235416515" sldId="2147483659"/>
          </pc:sldLayoutMkLst>
        </pc:sldLayoutChg>
      </pc:sldMasterChg>
    </pc:docChg>
  </pc:docChgLst>
  <pc:docChgLst>
    <pc:chgData name="Charles Rice" userId="3683ef9a7fea3ced" providerId="Windows Live" clId="Web-{4DFBB2EA-0D5F-4667-8018-503C895622E0}"/>
    <pc:docChg chg="addSld delSld modSld">
      <pc:chgData name="Charles Rice" userId="3683ef9a7fea3ced" providerId="Windows Live" clId="Web-{4DFBB2EA-0D5F-4667-8018-503C895622E0}" dt="2026-08-03T19:28:53.772" v="50"/>
      <pc:docMkLst>
        <pc:docMk/>
      </pc:docMkLst>
      <pc:sldChg chg="modSp">
        <pc:chgData name="Charles Rice" userId="3683ef9a7fea3ced" providerId="Windows Live" clId="Web-{4DFBB2EA-0D5F-4667-8018-503C895622E0}" dt="2026-08-03T19:28:02.756" v="42" actId="20577"/>
        <pc:sldMkLst>
          <pc:docMk/>
          <pc:sldMk cId="1454621086" sldId="256"/>
        </pc:sldMkLst>
        <pc:spChg chg="mod">
          <ac:chgData name="Charles Rice" userId="3683ef9a7fea3ced" providerId="Windows Live" clId="Web-{4DFBB2EA-0D5F-4667-8018-503C895622E0}" dt="2026-08-03T19:28:02.756" v="42" actId="20577"/>
          <ac:spMkLst>
            <pc:docMk/>
            <pc:sldMk cId="1454621086" sldId="256"/>
            <ac:spMk id="3" creationId="{C76A3CC0-E4E6-AC5C-4D67-BE13E7B4FD4B}"/>
          </ac:spMkLst>
        </pc:spChg>
      </pc:sldChg>
      <pc:sldChg chg="modSp">
        <pc:chgData name="Charles Rice" userId="3683ef9a7fea3ced" providerId="Windows Live" clId="Web-{4DFBB2EA-0D5F-4667-8018-503C895622E0}" dt="2026-08-01T18:15:52.926" v="1" actId="20577"/>
        <pc:sldMkLst>
          <pc:docMk/>
          <pc:sldMk cId="1740570181" sldId="258"/>
        </pc:sldMkLst>
        <pc:spChg chg="mod">
          <ac:chgData name="Charles Rice" userId="3683ef9a7fea3ced" providerId="Windows Live" clId="Web-{4DFBB2EA-0D5F-4667-8018-503C895622E0}" dt="2026-08-01T18:15:52.926" v="1" actId="20577"/>
          <ac:spMkLst>
            <pc:docMk/>
            <pc:sldMk cId="1740570181" sldId="258"/>
            <ac:spMk id="3" creationId="{C81C1850-E2C4-4514-C75A-92410DDD234F}"/>
          </ac:spMkLst>
        </pc:spChg>
      </pc:sldChg>
      <pc:sldChg chg="addSp delSp modSp mod setBg">
        <pc:chgData name="Charles Rice" userId="3683ef9a7fea3ced" providerId="Windows Live" clId="Web-{4DFBB2EA-0D5F-4667-8018-503C895622E0}" dt="2026-08-01T18:24:49.929" v="13"/>
        <pc:sldMkLst>
          <pc:docMk/>
          <pc:sldMk cId="2221877816" sldId="260"/>
        </pc:sldMkLst>
        <pc:spChg chg="mo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2" creationId="{EAC8CBE5-89A3-F7EF-AED8-AADCE6C3D1B8}"/>
          </ac:spMkLst>
        </pc:spChg>
        <pc:spChg chg="mo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3" creationId="{BC500D11-F165-D13E-48B7-D611B0EAE3E7}"/>
          </ac:spMkLst>
        </pc:spChg>
        <pc:spChg chg="ad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25" creationId="{09588DA8-065E-4F6F-8EFD-43104AB2E0CF}"/>
          </ac:spMkLst>
        </pc:spChg>
        <pc:spChg chg="ad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26" creationId="{C4285719-470E-454C-AF62-8323075F1F5B}"/>
          </ac:spMkLst>
        </pc:spChg>
        <pc:spChg chg="ad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27" creationId="{CD9FE4EF-C4D8-49A0-B2FF-81D8DB7D8A24}"/>
          </ac:spMkLst>
        </pc:spChg>
        <pc:spChg chg="ad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28" creationId="{4300840D-0A0B-4512-BACA-B439D5B9C57C}"/>
          </ac:spMkLst>
        </pc:spChg>
        <pc:spChg chg="ad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29" creationId="{D2B78728-A580-49A7-84F9-6EF6F583ADE0}"/>
          </ac:spMkLst>
        </pc:spChg>
        <pc:spChg chg="ad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30" creationId="{38FAA1A1-D861-433F-88FA-1E9D6FD31D11}"/>
          </ac:spMkLst>
        </pc:spChg>
        <pc:spChg chg="add">
          <ac:chgData name="Charles Rice" userId="3683ef9a7fea3ced" providerId="Windows Live" clId="Web-{4DFBB2EA-0D5F-4667-8018-503C895622E0}" dt="2026-08-01T18:24:49.929" v="13"/>
          <ac:spMkLst>
            <pc:docMk/>
            <pc:sldMk cId="2221877816" sldId="260"/>
            <ac:spMk id="31" creationId="{8D71EDA1-87BF-4D5D-AB79-F346FD19278A}"/>
          </ac:spMkLst>
        </pc:spChg>
      </pc:sldChg>
      <pc:sldChg chg="modSp">
        <pc:chgData name="Charles Rice" userId="3683ef9a7fea3ced" providerId="Windows Live" clId="Web-{4DFBB2EA-0D5F-4667-8018-503C895622E0}" dt="2026-08-03T19:21:56.096" v="41" actId="20577"/>
        <pc:sldMkLst>
          <pc:docMk/>
          <pc:sldMk cId="2667332591" sldId="261"/>
        </pc:sldMkLst>
        <pc:spChg chg="mod">
          <ac:chgData name="Charles Rice" userId="3683ef9a7fea3ced" providerId="Windows Live" clId="Web-{4DFBB2EA-0D5F-4667-8018-503C895622E0}" dt="2026-08-03T19:21:56.096" v="41" actId="20577"/>
          <ac:spMkLst>
            <pc:docMk/>
            <pc:sldMk cId="2667332591" sldId="261"/>
            <ac:spMk id="67" creationId="{A351FEBB-FF7E-DB0F-12C0-18CA6B5F6195}"/>
          </ac:spMkLst>
        </pc:spChg>
      </pc:sldChg>
      <pc:sldChg chg="del">
        <pc:chgData name="Charles Rice" userId="3683ef9a7fea3ced" providerId="Windows Live" clId="Web-{4DFBB2EA-0D5F-4667-8018-503C895622E0}" dt="2026-08-03T19:10:27.621" v="17"/>
        <pc:sldMkLst>
          <pc:docMk/>
          <pc:sldMk cId="1402702899" sldId="262"/>
        </pc:sldMkLst>
      </pc:sldChg>
      <pc:sldChg chg="modSp">
        <pc:chgData name="Charles Rice" userId="3683ef9a7fea3ced" providerId="Windows Live" clId="Web-{4DFBB2EA-0D5F-4667-8018-503C895622E0}" dt="2026-08-01T18:21:19.428" v="8" actId="20577"/>
        <pc:sldMkLst>
          <pc:docMk/>
          <pc:sldMk cId="2327050501" sldId="267"/>
        </pc:sldMkLst>
        <pc:spChg chg="mod">
          <ac:chgData name="Charles Rice" userId="3683ef9a7fea3ced" providerId="Windows Live" clId="Web-{4DFBB2EA-0D5F-4667-8018-503C895622E0}" dt="2026-08-01T18:21:19.428" v="8" actId="20577"/>
          <ac:spMkLst>
            <pc:docMk/>
            <pc:sldMk cId="2327050501" sldId="267"/>
            <ac:spMk id="3" creationId="{D9F5AE57-3AA2-5242-6305-F4065059DE5D}"/>
          </ac:spMkLst>
        </pc:spChg>
      </pc:sldChg>
      <pc:sldChg chg="modSp">
        <pc:chgData name="Charles Rice" userId="3683ef9a7fea3ced" providerId="Windows Live" clId="Web-{4DFBB2EA-0D5F-4667-8018-503C895622E0}" dt="2026-08-03T19:19:40.407" v="21" actId="20577"/>
        <pc:sldMkLst>
          <pc:docMk/>
          <pc:sldMk cId="2420722922" sldId="268"/>
        </pc:sldMkLst>
        <pc:spChg chg="mod">
          <ac:chgData name="Charles Rice" userId="3683ef9a7fea3ced" providerId="Windows Live" clId="Web-{4DFBB2EA-0D5F-4667-8018-503C895622E0}" dt="2026-08-03T19:19:40.407" v="21" actId="20577"/>
          <ac:spMkLst>
            <pc:docMk/>
            <pc:sldMk cId="2420722922" sldId="268"/>
            <ac:spMk id="3" creationId="{47C45377-399B-7521-56E2-3DC385CB3F4F}"/>
          </ac:spMkLst>
        </pc:spChg>
      </pc:sldChg>
      <pc:sldChg chg="addSp delSp modSp new mod setBg">
        <pc:chgData name="Charles Rice" userId="3683ef9a7fea3ced" providerId="Windows Live" clId="Web-{4DFBB2EA-0D5F-4667-8018-503C895622E0}" dt="2026-08-03T19:11:30.731" v="20"/>
        <pc:sldMkLst>
          <pc:docMk/>
          <pc:sldMk cId="2228566480" sldId="269"/>
        </pc:sldMkLst>
        <pc:spChg chg="del">
          <ac:chgData name="Charles Rice" userId="3683ef9a7fea3ced" providerId="Windows Live" clId="Web-{4DFBB2EA-0D5F-4667-8018-503C895622E0}" dt="2026-08-03T19:11:30.731" v="20"/>
          <ac:spMkLst>
            <pc:docMk/>
            <pc:sldMk cId="2228566480" sldId="269"/>
            <ac:spMk id="2" creationId="{7DD06026-23A1-A187-6BFC-9C44BA1E379A}"/>
          </ac:spMkLst>
        </pc:spChg>
        <pc:spChg chg="del">
          <ac:chgData name="Charles Rice" userId="3683ef9a7fea3ced" providerId="Windows Live" clId="Web-{4DFBB2EA-0D5F-4667-8018-503C895622E0}" dt="2026-08-03T19:11:21.653" v="19"/>
          <ac:spMkLst>
            <pc:docMk/>
            <pc:sldMk cId="2228566480" sldId="269"/>
            <ac:spMk id="3" creationId="{50EA1A13-267D-0BCE-1003-02803DE9FA97}"/>
          </ac:spMkLst>
        </pc:spChg>
        <pc:spChg chg="add">
          <ac:chgData name="Charles Rice" userId="3683ef9a7fea3ced" providerId="Windows Live" clId="Web-{4DFBB2EA-0D5F-4667-8018-503C895622E0}" dt="2026-08-03T19:11:30.731" v="20"/>
          <ac:spMkLst>
            <pc:docMk/>
            <pc:sldMk cId="2228566480" sldId="269"/>
            <ac:spMk id="9" creationId="{42A4FC2C-047E-45A5-965D-8E1E3BF09BC6}"/>
          </ac:spMkLst>
        </pc:spChg>
        <pc:picChg chg="add mod ord">
          <ac:chgData name="Charles Rice" userId="3683ef9a7fea3ced" providerId="Windows Live" clId="Web-{4DFBB2EA-0D5F-4667-8018-503C895622E0}" dt="2026-08-03T19:11:30.731" v="20"/>
          <ac:picMkLst>
            <pc:docMk/>
            <pc:sldMk cId="2228566480" sldId="269"/>
            <ac:picMk id="4" creationId="{DECF047F-7741-F9BA-0AD2-8F5F04222D94}"/>
          </ac:picMkLst>
        </pc:picChg>
      </pc:sldChg>
      <pc:sldChg chg="addSp delSp modSp new mod setBg">
        <pc:chgData name="Charles Rice" userId="3683ef9a7fea3ced" providerId="Windows Live" clId="Web-{4DFBB2EA-0D5F-4667-8018-503C895622E0}" dt="2026-08-03T19:28:53.772" v="50"/>
        <pc:sldMkLst>
          <pc:docMk/>
          <pc:sldMk cId="2203569064" sldId="270"/>
        </pc:sldMkLst>
        <pc:spChg chg="mod">
          <ac:chgData name="Charles Rice" userId="3683ef9a7fea3ced" providerId="Windows Live" clId="Web-{4DFBB2EA-0D5F-4667-8018-503C895622E0}" dt="2026-08-03T19:28:43.053" v="49" actId="20577"/>
          <ac:spMkLst>
            <pc:docMk/>
            <pc:sldMk cId="2203569064" sldId="270"/>
            <ac:spMk id="2" creationId="{FDFA845E-C9F5-FD25-7BBB-1193E0D8012D}"/>
          </ac:spMkLst>
        </pc:spChg>
        <pc:spChg chg="del">
          <ac:chgData name="Charles Rice" userId="3683ef9a7fea3ced" providerId="Windows Live" clId="Web-{4DFBB2EA-0D5F-4667-8018-503C895622E0}" dt="2026-08-03T19:28:28.381" v="44"/>
          <ac:spMkLst>
            <pc:docMk/>
            <pc:sldMk cId="2203569064" sldId="270"/>
            <ac:spMk id="3" creationId="{EDBA59F3-C383-93FF-D92D-B3F5ED10AC63}"/>
          </ac:spMkLst>
        </pc:spChg>
        <pc:spChg chg="add del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8" creationId="{577D6B2E-37A3-429E-A37C-F30ED6487282}"/>
          </ac:spMkLst>
        </pc:spChg>
        <pc:spChg chg="add del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10" creationId="{5CEAD642-85CF-4750-8432-7C80C901F001}"/>
          </ac:spMkLst>
        </pc:spChg>
        <pc:spChg chg="add">
          <ac:chgData name="Charles Rice" userId="3683ef9a7fea3ced" providerId="Windows Live" clId="Web-{4DFBB2EA-0D5F-4667-8018-503C895622E0}" dt="2026-08-03T19:28:28.381" v="44"/>
          <ac:spMkLst>
            <pc:docMk/>
            <pc:sldMk cId="2203569064" sldId="270"/>
            <ac:spMk id="12" creationId="{FA33EEAE-15D5-4119-8C1E-89D943F911EF}"/>
          </ac:spMkLst>
        </pc:spChg>
        <pc:spChg chg="add del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14" creationId="{730D8B3B-9B80-4025-B934-26DC7D7CD231}"/>
          </ac:spMkLst>
        </pc:spChg>
        <pc:spChg chg="add del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16" creationId="{1064D5D5-227B-4F66-9AEA-46F570E793BD}"/>
          </ac:spMkLst>
        </pc:spChg>
        <pc:spChg chg="add del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18" creationId="{646B67A4-D328-4747-A82B-65E84FA46368}"/>
          </ac:spMkLst>
        </pc:spChg>
        <pc:spChg chg="add">
          <ac:chgData name="Charles Rice" userId="3683ef9a7fea3ced" providerId="Windows Live" clId="Web-{4DFBB2EA-0D5F-4667-8018-503C895622E0}" dt="2026-08-03T19:28:28.381" v="44"/>
          <ac:spMkLst>
            <pc:docMk/>
            <pc:sldMk cId="2203569064" sldId="270"/>
            <ac:spMk id="20" creationId="{B5A1B09C-1565-46F8-B70F-621C5EB48A09}"/>
          </ac:spMkLst>
        </pc:spChg>
        <pc:spChg chg="add del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22" creationId="{8C516CC8-80AC-446C-A56E-9F54B7210402}"/>
          </ac:spMkLst>
        </pc:spChg>
        <pc:spChg chg="add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29" creationId="{D28B54C3-B57B-472A-B96E-1FCB67093DC2}"/>
          </ac:spMkLst>
        </pc:spChg>
        <pc:spChg chg="add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31" creationId="{7DB3C429-F8DA-49B9-AF84-21996FCF78B5}"/>
          </ac:spMkLst>
        </pc:spChg>
        <pc:spChg chg="add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33" creationId="{E12088DD-B1AD-40E0-8B86-1D87A2CCD9BE}"/>
          </ac:spMkLst>
        </pc:spChg>
        <pc:spChg chg="add">
          <ac:chgData name="Charles Rice" userId="3683ef9a7fea3ced" providerId="Windows Live" clId="Web-{4DFBB2EA-0D5F-4667-8018-503C895622E0}" dt="2026-08-03T19:28:53.772" v="50"/>
          <ac:spMkLst>
            <pc:docMk/>
            <pc:sldMk cId="2203569064" sldId="270"/>
            <ac:spMk id="35" creationId="{C4C9F2B0-1044-46EB-8AEB-C3BFFDE6C2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85914-0CB5-AC5A-2BFA-A05EDE338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DB2C4-C317-7D5B-E9B7-BB09C7DD8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610A6-D36F-6C29-3969-3B483CE3B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5142-A124-6835-38CC-6C231357F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B4D0E-5355-ED90-DEDB-BD57C893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3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4DD1-701C-0D17-5327-F4ADDBC26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56D7C-8C6D-3F7C-80DC-E1CBBFDBA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4AEB9-EB58-86C3-5633-D4DA71A05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53458-E113-E59D-861C-B48C1F27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B136C-4315-E41D-6E6D-50BDB97C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0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31FAC-3616-DB9A-1B6D-1EEFADA9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68A21-0936-7836-C13B-33EE4B607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8032-453F-93A7-F74A-522785F2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193DB-CCB1-2AEA-FA1B-1452E726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69026-F9DC-95D5-E890-CAFA37337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6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826B-62AF-B526-9662-A1EBF55B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1D09C-A5A8-C7F5-DC6C-DD4A4DA4E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7E0DE-984A-F651-793B-1FFD24080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A1F36-2F38-BCFB-5EEC-C70C7A08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C7B90-3BAF-2C5D-9795-71F33746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C2D6D-6B00-17CC-C1AA-81C4ED52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176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9439-6588-90E8-7137-85A64C58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7F92A-A9A5-1240-0302-B32F5CCF8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1F1D0-D198-342C-258A-33FE543B7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3E533C-0DAB-972B-0585-E377AA90E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4133A-5504-C66D-F458-B5652B4AB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05303C-8FB7-00B0-A94F-E3DF14B9C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41646-3336-794A-24E2-6914AFA2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A82D58-5DF7-04CF-0244-95879E34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23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5EF53-0D89-CB95-5E00-810C1DCFA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64717-E844-F994-1696-AF763F5A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497B-CC50-64D1-7EC2-1FD08D653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BA2E2-B976-3169-1145-F64AD4255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73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A1388-B50D-553B-3D7A-B6EFF5E1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E1BA5-BF9F-9D08-42C7-DB640665A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24A4E-E023-266B-BA09-B28B6DFA7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6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0476-5161-44CB-46BE-86F569EA4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8BE04-17FB-B939-AF48-766EEDB3D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78385-B051-170B-4754-3C822BE31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35791-B793-CFF8-CFBD-EF0EE718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965D8-47B9-1143-8CF0-A916F4F7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E583F-01F1-FB43-B08E-48C4C3B4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23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C63F-B974-B5E3-03BD-7F84568F1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3655FA-8CA0-30D5-2992-F10C3E679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ECCAD-422D-E293-DFAB-635F58F61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D2C08-EDF3-5CC7-E772-B38BAF33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63DD2B-5097-68E6-741D-70E5ED7F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1CB4F-CD06-FC2C-66E2-D480EB956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52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9853-F5A5-ABF4-522C-6EED50BF9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5D62C-FD10-0EBC-6128-876DA6CFD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951CD-722D-E2F3-D8CA-3511E2E99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737D9-5AD1-0B55-41EB-3FE1574C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F8F2E-E842-30AD-A849-FAA2A254E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2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89C8FD-2484-82D6-9450-0AB0A3B401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3E86C-FB19-98CF-A2B0-CE52C3FDF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ACA89-4330-E0D0-341D-1CBCE29A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9EEEA-6368-CAAF-F3F3-DA8887ED9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1372C-6FB4-EA69-3A94-CED9E4A9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41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AA5C86-BB92-AEDC-77D3-8EECF243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ED349-6DF5-EA15-33A6-C57B09E78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346E0-2019-799D-1ECE-8EC6EE29F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1124D-554C-4993-AA81-432F553AD05C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C2FED-AD99-A389-3CC8-397B0A6FB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E02BE-858B-D229-EC87-ADFCEFFE3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0470B-2D33-4EA2-A43B-0E3872412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8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EB34C-95CA-50A6-E188-FCEBEC4D1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GB" sz="4800">
                <a:solidFill>
                  <a:srgbClr val="FFFFFF"/>
                </a:solidFill>
              </a:rPr>
              <a:t>Restaurant Revenue Prediction Dataset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A3CC0-E4E6-AC5C-4D67-BE13E7B4F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en-GB" sz="1700">
                <a:solidFill>
                  <a:srgbClr val="FFFFFF"/>
                </a:solidFill>
              </a:rPr>
              <a:t>Charles Rice</a:t>
            </a:r>
          </a:p>
          <a:p>
            <a:pPr algn="l"/>
            <a:r>
              <a:rPr lang="en-GB" sz="1700">
                <a:solidFill>
                  <a:srgbClr val="FFFFFF"/>
                </a:solidFill>
                <a:ea typeface="Calibri"/>
                <a:cs typeface="Calibri"/>
              </a:rPr>
              <a:t>DAB April 2026</a:t>
            </a:r>
          </a:p>
          <a:p>
            <a:pPr algn="l"/>
            <a:r>
              <a:rPr lang="en-GB" sz="1700">
                <a:solidFill>
                  <a:srgbClr val="FFFFFF"/>
                </a:solidFill>
                <a:ea typeface="Calibri"/>
                <a:cs typeface="Calibri"/>
              </a:rPr>
              <a:t>Milton Mendieta</a:t>
            </a:r>
          </a:p>
          <a:p>
            <a:pPr algn="l"/>
            <a:r>
              <a:rPr lang="en-GB" sz="1700">
                <a:solidFill>
                  <a:srgbClr val="FFFFFF"/>
                </a:solidFill>
                <a:ea typeface="Calibri"/>
                <a:cs typeface="Calibri"/>
              </a:rPr>
              <a:t>08/3/2026</a:t>
            </a:r>
            <a:endParaRPr lang="en-GB" sz="1700" dirty="0">
              <a:solidFill>
                <a:srgbClr val="FFFFFF"/>
              </a:solidFill>
              <a:ea typeface="Calibri"/>
              <a:cs typeface="Calibri"/>
            </a:endParaRPr>
          </a:p>
          <a:p>
            <a:pPr algn="l"/>
            <a:endParaRPr lang="en-GB" sz="1700" dirty="0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462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8EE6D0-FB59-8547-D2B5-3DD13FDF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Objective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5377-399B-7521-56E2-3DC385CB3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>
                <a:ea typeface="Calibri"/>
                <a:cs typeface="Calibri"/>
              </a:rPr>
              <a:t>Analyze the factors influencing a restaurant's revenue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Identify the strongest </a:t>
            </a:r>
            <a:r>
              <a:rPr lang="en-US">
                <a:ea typeface="Calibri"/>
                <a:cs typeface="Calibri"/>
              </a:rPr>
              <a:t>revenue predictors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Test the relationship between marketing and </a:t>
            </a:r>
            <a:r>
              <a:rPr lang="en-US">
                <a:ea typeface="Calibri"/>
                <a:cs typeface="Calibri"/>
              </a:rPr>
              <a:t>social media followers</a:t>
            </a:r>
            <a:endParaRPr lang="en-US" dirty="0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Which attributes have the strongest relationship with annual restaurant revenue?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0722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BA16D-13E7-45D3-A066-B5397956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br>
              <a:rPr lang="en-US" sz="4000" dirty="0">
                <a:solidFill>
                  <a:srgbClr val="FFFFFF"/>
                </a:solidFill>
                <a:ea typeface="Calibri Light"/>
                <a:cs typeface="Calibri Light"/>
              </a:rPr>
            </a:br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 Overview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A351FEBB-FF7E-DB0F-12C0-18CA6B5F6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600" b="1">
                <a:ea typeface="+mn-lt"/>
                <a:cs typeface="+mn-lt"/>
              </a:rPr>
              <a:t>Source:</a:t>
            </a:r>
            <a:r>
              <a:rPr lang="en-US" sz="1600">
                <a:ea typeface="+mn-lt"/>
                <a:cs typeface="+mn-lt"/>
              </a:rPr>
              <a:t> Kaggle – Restaurant Revenue Prediction Dataset 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r>
              <a:rPr lang="en-US" sz="1600">
                <a:ea typeface="+mn-lt"/>
                <a:cs typeface="+mn-lt"/>
              </a:rPr>
              <a:t>Restaurant characteristics and annual revenue </a:t>
            </a:r>
            <a:endParaRPr lang="en-US" sz="1600"/>
          </a:p>
          <a:p>
            <a:r>
              <a:rPr lang="en-US" sz="1600">
                <a:ea typeface="+mn-lt"/>
                <a:cs typeface="+mn-lt"/>
              </a:rPr>
              <a:t>Over 8,000 restaurants</a:t>
            </a:r>
          </a:p>
          <a:p>
            <a:r>
              <a:rPr lang="en-US" sz="1600">
                <a:ea typeface="+mn-lt"/>
                <a:cs typeface="+mn-lt"/>
              </a:rPr>
              <a:t>Several key variables analyzed: </a:t>
            </a:r>
            <a:endParaRPr lang="en-US" sz="16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Average Meal Price </a:t>
            </a:r>
            <a:endParaRPr lang="en-US" sz="16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Seating Capacity </a:t>
            </a:r>
            <a:endParaRPr lang="en-US" sz="16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Marketing Budget </a:t>
            </a:r>
            <a:endParaRPr lang="en-US" sz="16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Number of Social Media Followers</a:t>
            </a:r>
            <a:endParaRPr lang="en-US" sz="1600" dirty="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Customer Rating </a:t>
            </a:r>
            <a:endParaRPr lang="en-US" sz="16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Cuisine Type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 Location(Downtown, suburban, rural)</a:t>
            </a:r>
            <a:endParaRPr lang="en-US" sz="1600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Chef Experience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Weekend and Weekday Reservations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Ambience Score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Service Quality Score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Calibri"/>
                <a:cs typeface="Calibri"/>
              </a:rPr>
              <a:t>Annual Revenue</a:t>
            </a:r>
            <a:r>
              <a:rPr lang="en-US" sz="1600" u="sng">
                <a:ea typeface="Calibri"/>
                <a:cs typeface="Calibri"/>
              </a:rPr>
              <a:t>(Target Variable)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1600">
              <a:ea typeface="Calibri"/>
              <a:cs typeface="Calibri"/>
            </a:endParaRPr>
          </a:p>
          <a:p>
            <a:endParaRPr lang="en-US" sz="16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7332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95451-4289-33FD-5476-5691B0EB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Calibri Light"/>
                <a:cs typeface="Calibri Light"/>
              </a:rPr>
              <a:t>Methodology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2E6CA-BDCD-1A71-C96F-32493D7A5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>
                <a:ea typeface="+mn-lt"/>
                <a:cs typeface="+mn-lt"/>
              </a:rPr>
              <a:t>Microsoft Excel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3100">
                <a:ea typeface="+mn-lt"/>
                <a:cs typeface="+mn-lt"/>
              </a:rPr>
              <a:t>Data Cleaning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3100">
                <a:ea typeface="+mn-lt"/>
                <a:cs typeface="+mn-lt"/>
              </a:rPr>
              <a:t>Exploratory Data Analysis (Pivot Tables) </a:t>
            </a:r>
          </a:p>
          <a:p>
            <a:pPr lvl="1"/>
            <a:endParaRPr lang="en-US" sz="2800" dirty="0">
              <a:ea typeface="+mn-lt"/>
              <a:cs typeface="+mn-lt"/>
            </a:endParaRPr>
          </a:p>
          <a:p>
            <a:r>
              <a:rPr lang="en-US" sz="3200">
                <a:ea typeface="+mn-lt"/>
                <a:cs typeface="+mn-lt"/>
              </a:rPr>
              <a:t>Tableau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3200">
                <a:ea typeface="+mn-lt"/>
                <a:cs typeface="+mn-lt"/>
              </a:rPr>
              <a:t>Correlation Analysis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3200">
                <a:ea typeface="+mn-lt"/>
                <a:cs typeface="+mn-lt"/>
              </a:rPr>
              <a:t>Dashboard Development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sz="2800" dirty="0">
              <a:ea typeface="+mn-lt"/>
              <a:cs typeface="+mn-lt"/>
            </a:endParaRPr>
          </a:p>
          <a:p>
            <a:endParaRPr lang="en-US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5918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102EA8-EE91-E030-0C6D-5B337F32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ea typeface="Calibri Light"/>
                <a:cs typeface="Calibri Light"/>
              </a:rPr>
              <a:t>Hypothesis</a:t>
            </a:r>
            <a:endParaRPr lang="en-GB" sz="4000" dirty="0">
              <a:solidFill>
                <a:srgbClr val="FFFFFF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C1850-E2C4-4514-C75A-92410DDD2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3200">
                <a:ea typeface="+mn-lt"/>
                <a:cs typeface="+mn-lt"/>
              </a:rPr>
              <a:t>Restaurants with larger social media followings generate more revenue than those with larger marketing budgets.</a:t>
            </a:r>
          </a:p>
          <a:p>
            <a:r>
              <a:rPr lang="en-US" sz="3200" b="1">
                <a:ea typeface="+mn-lt"/>
                <a:cs typeface="+mn-lt"/>
              </a:rPr>
              <a:t>Result:</a:t>
            </a:r>
            <a:r>
              <a:rPr lang="en-US" sz="3200">
                <a:ea typeface="+mn-lt"/>
                <a:cs typeface="+mn-lt"/>
              </a:rPr>
              <a:t> ❌ Hypothesis Not Supported</a:t>
            </a:r>
            <a:r>
              <a:rPr lang="en-US" sz="3200">
                <a:ea typeface="Calibri"/>
                <a:cs typeface="Calibri"/>
              </a:rPr>
              <a:t>. Marketing budget had </a:t>
            </a:r>
            <a:r>
              <a:rPr lang="en-US" sz="3200" dirty="0">
                <a:ea typeface="Calibri"/>
                <a:cs typeface="Calibri"/>
              </a:rPr>
              <a:t>a stronger relationship with revenue than the </a:t>
            </a:r>
            <a:r>
              <a:rPr lang="en-US" sz="3200">
                <a:ea typeface="Calibri"/>
                <a:cs typeface="Calibri"/>
              </a:rPr>
              <a:t>number</a:t>
            </a:r>
            <a:r>
              <a:rPr lang="en-US" sz="3200" dirty="0">
                <a:ea typeface="Calibri"/>
                <a:cs typeface="Calibri"/>
              </a:rPr>
              <a:t> </a:t>
            </a:r>
            <a:r>
              <a:rPr lang="en-US" sz="3200">
                <a:ea typeface="Calibri"/>
                <a:cs typeface="Calibri"/>
              </a:rPr>
              <a:t>of social media followers.</a:t>
            </a:r>
          </a:p>
        </p:txBody>
      </p:sp>
    </p:spTree>
    <p:extLst>
      <p:ext uri="{BB962C8B-B14F-4D97-AF65-F5344CB8AC3E}">
        <p14:creationId xmlns:p14="http://schemas.microsoft.com/office/powerpoint/2010/main" val="1740570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3071A-D8DB-C70B-6E9B-04BEF3269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F1CC69E-0511-E73E-986B-CD4997548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DB433A-C1D4-F9E2-A3B7-6AF87663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95832-39BB-F86A-29BA-31778F4ED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2F040C-1375-4858-7472-1F8B181A5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8D0D74-EF5E-4CD7-EBAE-1FAC3E9AE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86ED1-4F90-0EAE-D4CD-0221D3DE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Key Findings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5AE57-3AA2-5242-6305-F4065059D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/>
              <a:t>Strongest Factors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r>
              <a:rPr lang="en-US" sz="2000">
                <a:ea typeface="+mn-lt"/>
                <a:cs typeface="+mn-lt"/>
              </a:rPr>
              <a:t>Average meal price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Seating capacity </a:t>
            </a:r>
            <a:endParaRPr lang="en-US"/>
          </a:p>
          <a:p>
            <a:r>
              <a:rPr lang="en-US" sz="2000">
                <a:ea typeface="Calibri"/>
                <a:cs typeface="Calibri"/>
              </a:rPr>
              <a:t>Marketing Budget</a:t>
            </a:r>
            <a:endParaRPr lang="en-US" sz="2000" dirty="0"/>
          </a:p>
          <a:p>
            <a:r>
              <a:rPr lang="en-US"/>
              <a:t>Weakest Factors</a:t>
            </a:r>
          </a:p>
          <a:p>
            <a:r>
              <a:rPr lang="en-US" sz="2000">
                <a:ea typeface="+mn-lt"/>
                <a:cs typeface="+mn-lt"/>
              </a:rPr>
              <a:t>Customer ratings </a:t>
            </a:r>
            <a:endParaRPr lang="en-US"/>
          </a:p>
          <a:p>
            <a:r>
              <a:rPr lang="en-US" sz="2000">
                <a:ea typeface="+mn-lt"/>
                <a:cs typeface="+mn-lt"/>
              </a:rPr>
              <a:t>Service-related measures </a:t>
            </a:r>
            <a:endParaRPr lang="en-US"/>
          </a:p>
          <a:p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27050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1599D8B-8665-0513-0319-EEF72E9BF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0825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CF047F-7741-F9BA-0AD2-8F5F04222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566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BC569-B145-5220-90C8-4273A66D5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Recommendations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2D277-AE1C-0016-BE7A-EA34DFAC0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542" y="1737626"/>
            <a:ext cx="11248030" cy="4975129"/>
          </a:xfrm>
        </p:spPr>
        <p:txBody>
          <a:bodyPr anchor="ctr">
            <a:normAutofit/>
          </a:bodyPr>
          <a:lstStyle/>
          <a:p>
            <a:r>
              <a:rPr lang="en-US"/>
              <a:t>Meal Pricing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Optimize average meal price 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Seating Capacity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Increase seating when demand supports it 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Marketing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Invest beyond social media </a:t>
            </a:r>
            <a:endParaRPr lang="en-US">
              <a:ea typeface="Calibri"/>
              <a:cs typeface="Calibri"/>
            </a:endParaRPr>
          </a:p>
          <a:p>
            <a:r>
              <a:rPr lang="en-US"/>
              <a:t>Location &amp; Cuisine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600">
                <a:ea typeface="+mn-lt"/>
                <a:cs typeface="+mn-lt"/>
              </a:rPr>
              <a:t>Consider downtown areas and Japanese cuisine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3547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C8CBE5-89A3-F7EF-AED8-AADCE6C3D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Conclusion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00D11-F165-D13E-48B7-D611B0EAE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✔ Average meal price was the strongest predictor.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✔ Seating capacity significantly affected revenue.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✔ Marketing investment outperformed social media following.</a:t>
            </a:r>
            <a:endParaRPr lang="en-US" sz="2000"/>
          </a:p>
          <a:p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187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FA845E-C9F5-FD25-7BBB-1193E0D80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20356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6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Restaurant Revenue Prediction Dataset</vt:lpstr>
      <vt:lpstr>Objective</vt:lpstr>
      <vt:lpstr>  Overview</vt:lpstr>
      <vt:lpstr>Methodology</vt:lpstr>
      <vt:lpstr>Hypothesis</vt:lpstr>
      <vt:lpstr>Key Findings</vt:lpstr>
      <vt:lpstr>PowerPoint Presentation</vt:lpstr>
      <vt:lpstr>PowerPoint Presentation</vt:lpstr>
      <vt:lpstr>Recommendations</vt:lpstr>
      <vt:lpstr>Conclusion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Rice</dc:creator>
  <cp:lastModifiedBy>Charles Rice</cp:lastModifiedBy>
  <cp:revision>309</cp:revision>
  <dcterms:created xsi:type="dcterms:W3CDTF">2026-07-28T18:23:46Z</dcterms:created>
  <dcterms:modified xsi:type="dcterms:W3CDTF">2026-08-03T19:28:53Z</dcterms:modified>
</cp:coreProperties>
</file>